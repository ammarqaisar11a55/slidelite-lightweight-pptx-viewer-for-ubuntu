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 formatting</a:t>
            </a:r>
          </a:p>
          <a:p>
            <a:r>
              <a:rPr sz="2800">
                <a:latin typeface="Times New Roman"/>
              </a:rPr>
              <a:t>Liberation Serif 28pt</a:t>
            </a:r>
          </a:p>
          <a:p>
            <a:r>
              <a:rPr sz="2000">
                <a:latin typeface="Courier New"/>
              </a:rPr>
              <a:t>Courier New 20pt</a:t>
            </a:r>
          </a:p>
          <a:p>
            <a:r>
              <a:rPr strike="sngStrike"/>
              <a:t>Strikethrough</a:t>
            </a:r>
          </a:p>
          <a:p>
            <a:r>
              <a:rPr baseline="30000"/>
              <a:t>Superscript x2</a:t>
            </a:r>
          </a:p>
          <a:p>
            <a:r>
              <a:rPr>
                <a:highlight>
                  <a:srgbClr val="FFFF00"/>
                </a:highlight>
              </a:rPr>
              <a:t>Highlighted</a:t>
            </a:r>
          </a:p>
          <a:p>
            <a:r>
              <a:rPr spc="600"/>
              <a:t>Letter spacing</a:t>
            </a:r>
          </a:p>
          <a:p>
            <a:r>
              <a:rPr cap="all"/>
              <a:t>ALL CAPS via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6576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t>First numbered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t>Second numbered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t>Third numbered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657600"/>
            <a:ext cx="914400" cy="2743200"/>
          </a:xfrm>
          <a:prstGeom prst="rect">
            <a:avLst/>
          </a:prstGeom>
          <a:noFill/>
        </p:spPr>
        <p:txBody>
          <a:bodyPr wrap="none" vert="vert">
            <a:spAutoFit/>
          </a:bodyPr>
          <a:lstStyle/>
          <a:p>
            <a:r>
              <a:t>Vertical text</a:t>
            </a:r>
          </a:p>
        </p:txBody>
      </p:sp>
      <p:sp>
        <p:nvSpPr>
          <p:cNvPr id="5" name="TextBox 4"/>
          <p:cNvSpPr txBox="1"/>
          <p:nvPr/>
        </p:nvSpPr>
        <p:spPr>
          <a:xfrm rot="1800000">
            <a:off x="8229600" y="4114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Rotated 30°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t>Wingdings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