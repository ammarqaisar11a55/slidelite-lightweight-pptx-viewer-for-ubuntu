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diagrams/data1.xml><?xml version="1.0" encoding="utf-8"?>
<dgm:dataModel xmlns:dgm="http://schemas.openxmlformats.org/drawingml/2006/diagram" xmlns:a="http://schemas.openxmlformats.org/drawingml/2006/main">
  <dgm:ptLst>
    <dgm:pt modelId="1" type="doc"/>
    <dgm:pt modelId="2">
      <dgm:t>
        <a:p>
          <a:r>
            <a:t>Plan</a:t>
          </a:r>
        </a:p>
      </dgm:t>
    </dgm:pt>
    <dgm:pt modelId="3">
      <dgm:t>
        <a:p>
          <a:r>
            <a:t>Build</a:t>
          </a:r>
        </a:p>
      </dgm:t>
    </dgm:pt>
    <dgm:pt modelId="4">
      <dgm:t>
        <a:p>
          <a:r>
            <a:t>Ship</a:t>
          </a:r>
        </a:p>
      </dgm:t>
    </dgm:pt>
  </dgm:ptLst>
  <dgm:extLst>
    <a:ext uri="http://schemas.microsoft.com/office/drawing/2008/diagram">
      <dsp:dataModelExt xmlns:dsp="http://schemas.microsoft.com/office/drawing/2008/diagram" relId="rIdDraw" minVer="12.0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00000-0000-0000-0000-000000000000}">
      <dsp:nvSpPr>
        <dsp:cNvPr id="0" name=""/>
        <dsp:cNvSpPr/>
      </dsp:nvSpPr>
      <dsp:spPr>
        <a:xfrm>
          <a:off x="304800" y="609600"/>
          <a:ext cx="2438400" cy="1828800"/>
        </a:xfrm>
        <a:prstGeom prst="roundRect">
          <a:avLst/>
        </a:prstGeom>
        <a:solidFill>
          <a:schemeClr val="accent1"/>
        </a:solidFill>
        <a:ln w="12700">
          <a:solidFill>
            <a:schemeClr val="lt1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en-US" sz="2800"/>
            <a:t>Plan</a:t>
          </a:r>
        </a:p>
      </dsp:txBody>
      <dsp:txXfrm>
        <a:off x="304800" y="609600"/>
        <a:ext cx="2438400" cy="1828800"/>
      </dsp:txXfrm>
    </dsp:sp>
    <dsp:sp modelId="{00000001-0000-0000-0000-000000000000}">
      <dsp:nvSpPr>
        <dsp:cNvPr id="0" name=""/>
        <dsp:cNvSpPr/>
      </dsp:nvSpPr>
      <dsp:spPr>
        <a:xfrm>
          <a:off x="3352800" y="609600"/>
          <a:ext cx="2438400" cy="1828800"/>
        </a:xfrm>
        <a:prstGeom prst="roundRect">
          <a:avLst/>
        </a:prstGeom>
        <a:solidFill>
          <a:schemeClr val="accent1"/>
        </a:solidFill>
        <a:ln w="12700">
          <a:solidFill>
            <a:schemeClr val="lt1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en-US" sz="2800"/>
            <a:t>Build</a:t>
          </a:r>
        </a:p>
      </dsp:txBody>
      <dsp:txXfrm>
        <a:off x="3352800" y="609600"/>
        <a:ext cx="2438400" cy="1828800"/>
      </dsp:txXfrm>
    </dsp:sp>
    <dsp:sp modelId="{00000002-0000-0000-0000-000000000000}">
      <dsp:nvSpPr>
        <dsp:cNvPr id="0" name=""/>
        <dsp:cNvSpPr/>
      </dsp:nvSpPr>
      <dsp:spPr>
        <a:xfrm>
          <a:off x="6400800" y="609600"/>
          <a:ext cx="2438400" cy="1828800"/>
        </a:xfrm>
        <a:prstGeom prst="roundRect">
          <a:avLst/>
        </a:prstGeom>
        <a:solidFill>
          <a:schemeClr val="accent1"/>
        </a:solidFill>
        <a:ln w="12700">
          <a:solidFill>
            <a:schemeClr val="lt1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en-US" sz="2800"/>
            <a:t>Ship</a:t>
          </a:r>
        </a:p>
      </dsp:txBody>
      <dsp:txXfrm>
        <a:off x="6400800" y="609600"/>
        <a:ext cx="2438400" cy="1828800"/>
      </dsp:txXfrm>
    </dsp:sp>
  </dsp:spTree>
</dsp:drawing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Dm" Type="http://schemas.openxmlformats.org/officeDocument/2006/relationships/diagramData" Target="../diagrams/data1.xml"/><Relationship Id="rIdDraw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SmartArt</a:t>
            </a:r>
          </a:p>
        </p:txBody>
      </p:sp>
      <p:graphicFrame>
        <p:nvGraphicFramePr>
          <p:cNvPr id="10" name="Diagram"/>
          <p:cNvGraphicFramePr/>
          <p:nvPr/>
        </p:nvGraphicFramePr>
        <p:xfrm>
          <a:off x="1219200" y="1828800"/>
          <a:ext cx="9144000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Dm" r:lo="rIdLo" r:qs="rIdQs" r:cs="rIdCs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