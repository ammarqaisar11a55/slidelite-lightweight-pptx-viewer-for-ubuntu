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12.1</c:v>
                </c:pt>
                <c:pt idx="1">
                  <c:v>15.8</c:v>
                </c:pt>
                <c:pt idx="2">
                  <c:v>19.4</c:v>
                </c:pt>
                <c:pt idx="3">
                  <c:v>14.2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8.4</c:v>
                </c:pt>
                <c:pt idx="1">
                  <c:v>9.9</c:v>
                </c:pt>
                <c:pt idx="2">
                  <c:v>13.6</c:v>
                </c:pt>
                <c:pt idx="3">
                  <c:v>17.8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12.1</c:v>
                </c:pt>
                <c:pt idx="1">
                  <c:v>15.8</c:v>
                </c:pt>
                <c:pt idx="2">
                  <c:v>19.4</c:v>
                </c:pt>
                <c:pt idx="3">
                  <c:v>14.2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8.4</c:v>
                </c:pt>
                <c:pt idx="1">
                  <c:v>9.9</c:v>
                </c:pt>
                <c:pt idx="2">
                  <c:v>13.6</c:v>
                </c:pt>
                <c:pt idx="3">
                  <c:v>17.8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12.1</c:v>
                </c:pt>
                <c:pt idx="1">
                  <c:v>15.8</c:v>
                </c:pt>
                <c:pt idx="2">
                  <c:v>19.4</c:v>
                </c:pt>
                <c:pt idx="3">
                  <c:v>14.2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8.4</c:v>
                </c:pt>
                <c:pt idx="1">
                  <c:v>9.9</c:v>
                </c:pt>
                <c:pt idx="2">
                  <c:v>13.6</c:v>
                </c:pt>
                <c:pt idx="3">
                  <c:v>17.8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12.1</c:v>
                </c:pt>
                <c:pt idx="1">
                  <c:v>15.8</c:v>
                </c:pt>
                <c:pt idx="2">
                  <c:v>19.4</c:v>
                </c:pt>
                <c:pt idx="3">
                  <c:v>14.2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8.4</c:v>
                </c:pt>
                <c:pt idx="1">
                  <c:v>9.9</c:v>
                </c:pt>
                <c:pt idx="2">
                  <c:v>13.6</c:v>
                </c:pt>
                <c:pt idx="3">
                  <c:v>17.8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3.9</c:v>
                </c:pt>
                <c:pt idx="2">
                  <c:v>4.1</c:v>
                </c:pt>
                <c:pt idx="3">
                  <c:v>6.2</c:v>
                </c:pt>
                <c:pt idx="4">
                  <c:v>6.8</c:v>
                </c:pt>
                <c:pt idx="5">
                  <c:v>8.9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Clustered column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bar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with markers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Doughnut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area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