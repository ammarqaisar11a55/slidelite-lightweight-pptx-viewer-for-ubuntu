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19.2</c:v>
                </c:pt>
                <c:pt idx="1">
                  <c:v>21.4</c:v>
                </c:pt>
                <c:pt idx="2">
                  <c:v>16.7</c:v>
                </c:pt>
                <c:pt idx="3">
                  <c:v>25.3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12.1</c:v>
                </c:pt>
                <c:pt idx="1">
                  <c:v>15.8</c:v>
                </c:pt>
                <c:pt idx="2">
                  <c:v>19.4</c:v>
                </c:pt>
                <c:pt idx="3">
                  <c:v>14.2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8.4</c:v>
                </c:pt>
                <c:pt idx="1">
                  <c:v>9.9</c:v>
                </c:pt>
                <c:pt idx="2">
                  <c:v>13.6</c:v>
                </c:pt>
                <c:pt idx="3">
                  <c:v>17.8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19.2</c:v>
                </c:pt>
                <c:pt idx="1">
                  <c:v>21.4</c:v>
                </c:pt>
                <c:pt idx="2">
                  <c:v>16.7</c:v>
                </c:pt>
                <c:pt idx="3">
                  <c:v>25.3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12.1</c:v>
                </c:pt>
                <c:pt idx="1">
                  <c:v>15.8</c:v>
                </c:pt>
                <c:pt idx="2">
                  <c:v>19.4</c:v>
                </c:pt>
                <c:pt idx="3">
                  <c:v>14.2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8.4</c:v>
                </c:pt>
                <c:pt idx="1">
                  <c:v>9.9</c:v>
                </c:pt>
                <c:pt idx="2">
                  <c:v>13.6</c:v>
                </c:pt>
                <c:pt idx="3">
                  <c:v>17.8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19.2</c:v>
                </c:pt>
                <c:pt idx="1">
                  <c:v>21.4</c:v>
                </c:pt>
                <c:pt idx="2">
                  <c:v>16.7</c:v>
                </c:pt>
                <c:pt idx="3">
                  <c:v>25.3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12.1</c:v>
                </c:pt>
                <c:pt idx="1">
                  <c:v>15.8</c:v>
                </c:pt>
                <c:pt idx="2">
                  <c:v>19.4</c:v>
                </c:pt>
                <c:pt idx="3">
                  <c:v>14.2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8.4</c:v>
                </c:pt>
                <c:pt idx="1">
                  <c:v>9.9</c:v>
                </c:pt>
                <c:pt idx="2">
                  <c:v>13.6</c:v>
                </c:pt>
                <c:pt idx="3">
                  <c:v>17.8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19.2</c:v>
                </c:pt>
                <c:pt idx="1">
                  <c:v>21.4</c:v>
                </c:pt>
                <c:pt idx="2">
                  <c:v>16.7</c:v>
                </c:pt>
                <c:pt idx="3">
                  <c:v>25.3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19.2</c:v>
                </c:pt>
                <c:pt idx="1">
                  <c:v>21.4</c:v>
                </c:pt>
                <c:pt idx="2">
                  <c:v>16.7</c:v>
                </c:pt>
                <c:pt idx="3">
                  <c:v>25.3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19.2</c:v>
                </c:pt>
                <c:pt idx="1">
                  <c:v>21.4</c:v>
                </c:pt>
                <c:pt idx="2">
                  <c:v>16.7</c:v>
                </c:pt>
                <c:pt idx="3">
                  <c:v>25.3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12.1</c:v>
                </c:pt>
                <c:pt idx="1">
                  <c:v>15.8</c:v>
                </c:pt>
                <c:pt idx="2">
                  <c:v>19.4</c:v>
                </c:pt>
                <c:pt idx="3">
                  <c:v>14.2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8.4</c:v>
                </c:pt>
                <c:pt idx="1">
                  <c:v>9.9</c:v>
                </c:pt>
                <c:pt idx="2">
                  <c:v>13.6</c:v>
                </c:pt>
                <c:pt idx="3">
                  <c:v>17.8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b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Samples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2.5</c:v>
                </c:pt>
                <c:pt idx="1">
                  <c:v>3.9</c:v>
                </c:pt>
                <c:pt idx="2">
                  <c:v>4.1</c:v>
                </c:pt>
                <c:pt idx="3">
                  <c:v>6.2</c:v>
                </c:pt>
                <c:pt idx="4">
                  <c:v>6.8</c:v>
                </c:pt>
                <c:pt idx="5">
                  <c:v>8.9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Clustered column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463040"/>
          <a:ext cx="100584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Stacked bar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463040"/>
          <a:ext cx="100584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Line with markers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463040"/>
          <a:ext cx="100584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463040"/>
          <a:ext cx="100584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Doughnut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463040"/>
          <a:ext cx="100584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Stacked area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463040"/>
          <a:ext cx="100584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Scatter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463040"/>
          <a:ext cx="100584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