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2 of 12</a:t>
            </a:r>
          </a:p>
        </p:txBody>
      </p:sp>
    </p:spTree>
  </p:cSld>
  <p:clrMapOvr>
    <a:masterClrMapping/>
  </p:clrMapOvr>
</p:sld>
</file>

<file path=ppt/slides/slide3.xml><?xml version='1.0' encoding='UTF-8' standalone='yes'?>
<p:sld xmlns:a="http://schemas.openxmlformats.org/drawingml/2006/main" xmlns:p="http://schemas.openxmlformats.org/presentationml/2006/main" xmlns:r="http://schemas.openxmlformats.org/officeDocument/2006/relationships"><p:cSld><p:spTree><p:nvGrpSpPr><p:cNvPr id="1" name=""/><p:cNvGrpSpPr/><p:nvPr/></p:nvGrpSpPr><p:grpSpPr/><p:sp><p:nvSpPr><p:cNvPr id="2" name="Title 1"/><p:cNvSpPr><a:spLocks noGrp="1"/></p:cNvSpPr><p:nvPr><p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4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5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6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7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