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Zoomed in automatically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5029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Fades in on click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0"/>
            <a:ext cx="5029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Flies in from the left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200400"/>
            <a:ext cx="5029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Wipes 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57200"/>
            <a:ext cx="5029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First point</a:t>
            </a:r>
          </a:p>
          <a:p>
            <a:r>
              <a:t>Second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>
                                      <p:cBhvr>
                                        <p:cTn id="30" dur="800" fill="hold"/>
                                        <p:tgtEl>
                                          <p:spTgt spid="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