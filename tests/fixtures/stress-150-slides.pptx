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 of 150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 of 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 of 150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 of 150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 of 150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 of 150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 of 150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 of 150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 of 150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 of 150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 of 150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 of 150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 of 150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 of 150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 of 150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 of 150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 of 150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 of 150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 of 150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 of 150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 of 150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 of 150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 of 150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 of 150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 of 150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 of 150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 of 150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 of 150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 of 150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 of 150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 of 150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 of 150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 of 150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 of 150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 of 150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 of 150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 of 150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 of 150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 of 150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 of 150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 of 150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 of 150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 of 150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 of 150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 of 150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 of 150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 of 150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 of 150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 of 150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 of 150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 of 150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 of 150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53 of 150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54 of 150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55 of 150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56 of 150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57 of 150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58 of 150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59 of 150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60 of 150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61 of 150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62 of 150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63 of 150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64 of 150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65 of 150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66 of 150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67 of 150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68 of 150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69 of 150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70 of 150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71 of 150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72 of 150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73 of 150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74 of 150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75 of 150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76 of 150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77 of 150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78 of 150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79 of 150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80 of 150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81 of 150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82 of 150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83 of 150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84 of 150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85 of 150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86 of 150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87 of 150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88 of 150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89 of 150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90 of 150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91 of 150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92 of 150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93 of 150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94 of 150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95 of 150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96 of 150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97 of 150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98 of 150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99 of 150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100 of 150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101 of 150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102 of 150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103 of 150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104 of 150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105 of 150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106 of 150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107 of 150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108 of 150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109 of 150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110 of 150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111 of 150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112 of 150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113 of 150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114 of 150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115 of 150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116 of 150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117 of 150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118 of 150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119 of 150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120 of 150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121 of 150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122 of 150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123 of 150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124 of 150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125 of 150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126 of 150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127 of 150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128 of 150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129 of 150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130 of 150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131 of 150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132 of 150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133 of 150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134 of 150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135 of 150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136 of 150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137 of 150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138 of 150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139 of 150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140 of 150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141 of 150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142 of 150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143 of 150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144 of 150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145 of 150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146 of 150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147 of 150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148 of 150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149 of 150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150 of 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