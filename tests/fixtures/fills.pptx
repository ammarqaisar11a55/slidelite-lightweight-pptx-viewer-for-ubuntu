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C8D8F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solidFill>
            <a:srgbClr val="208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0" y="457200"/>
            <a:ext cx="2743200" cy="1828800"/>
          </a:xfrm>
          <a:prstGeom prst="roundRect">
            <a:avLst/>
          </a:prstGeom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scaled="0" ang="189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457200"/>
            <a:ext cx="2743200" cy="1828800"/>
          </a:xfrm>
          <a:prstGeom prst="ellipse">
            <a:avLst/>
          </a:prstGeom>
          <a:pattFill prst="diagBrick">
            <a:fgClr>
              <a:srgbClr val="802020"/>
            </a:fgClr>
            <a:bgClr>
              <a:srgbClr val="FFF0E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371600"/>
            <a:ext cx="2743200" cy="2743200"/>
          </a:xfrm>
          <a:prstGeom prst="ellipse">
            <a:avLst/>
          </a:prstGeom>
          <a:solidFill>
            <a:srgbClr val="3060F0">
              <a:alpha val="5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3200400"/>
            <a:ext cx="2743200" cy="1828800"/>
          </a:xfrm>
          <a:prstGeom prst="rect">
            <a:avLst/>
          </a:prstGeom>
          <a:noFill/>
          <a:ln w="50800">
            <a:solidFill>
              <a:srgbClr val="C0303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3200400"/>
            <a:ext cx="2743200" cy="1828800"/>
          </a:xfrm>
          <a:prstGeom prst="rect">
            <a:avLst/>
          </a:prstGeom>
          <a:effectLst>
            <a:outerShdw blurRad="76200" dist="38100" dir="2700000" algn="tl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5943600"/>
            <a:ext cx="6858000" cy="0"/>
          </a:xfrm>
          <a:prstGeom prst="line">
            <a:avLst/>
          </a:prstGeom>
          <a:ln w="38100"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