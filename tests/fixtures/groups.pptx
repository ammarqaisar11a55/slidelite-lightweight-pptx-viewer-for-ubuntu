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914400" y="914400"/>
            <a:ext cx="4114800" cy="1828800"/>
            <a:chOff x="914400" y="914400"/>
            <a:chExt cx="4114800" cy="1828800"/>
          </a:xfrm>
        </p:grpSpPr>
        <p:sp>
          <p:nvSpPr>
            <p:cNvPr id="3" name="Rectangle 2"/>
            <p:cNvSpPr/>
            <p:nvPr/>
          </p:nvSpPr>
          <p:spPr>
            <a:xfrm>
              <a:off x="914400" y="9144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</a:t>
              </a: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3200400" y="914400"/>
              <a:ext cx="1828800" cy="1828800"/>
              <a:chOff x="3200400" y="914400"/>
              <a:chExt cx="1828800" cy="1828800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3200400" y="914400"/>
                <a:ext cx="914400" cy="91440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t>B</a:t>
                </a:r>
              </a:p>
            </p:txBody>
          </p:sp>
          <p:sp>
            <p:nvSpPr>
              <p:cNvPr id="6" name="Right Arrow 5"/>
              <p:cNvSpPr/>
              <p:nvPr/>
            </p:nvSpPr>
            <p:spPr>
              <a:xfrm>
                <a:off x="3200400" y="2011680"/>
                <a:ext cx="1828800" cy="73152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7" name="Right Triangle 6"/>
          <p:cNvSpPr/>
          <p:nvPr/>
        </p:nvSpPr>
        <p:spPr>
          <a:xfrm flipH="1">
            <a:off x="6400800" y="914400"/>
            <a:ext cx="1828800" cy="1828800"/>
          </a:xfrm>
          <a:prstGeom prst="rt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