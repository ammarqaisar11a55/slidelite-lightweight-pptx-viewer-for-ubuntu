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657600" cy="2057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4572000" y="457200"/>
            <a:ext cx="274320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 l="25000" r="25000"/>
          <a:stretch>
            <a:fillRect/>
          </a:stretch>
        </p:blipFill>
        <p:spPr>
          <a:xfrm>
            <a:off x="8229600" y="457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