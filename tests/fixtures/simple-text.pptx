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xample.com/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SlideLite Test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Simple text rendering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 and formatting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level bullet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/>
            <a:r>
              <a:t>Back to first</a:t>
            </a:r>
          </a:p>
          <a:p>
            <a:r>
              <a:rPr b="1"/>
              <a:t>Bold </a:t>
            </a:r>
            <a:r>
              <a:rPr i="1"/>
              <a:t>italic </a:t>
            </a:r>
            <a:r>
              <a:rPr u="sng"/>
              <a:t>underline </a:t>
            </a:r>
            <a:r>
              <a:rPr>
                <a:solidFill>
                  <a:srgbClr val="C02020"/>
                </a:solidFill>
              </a:rPr>
              <a:t>red </a:t>
            </a:r>
            <a:r>
              <a:rPr sz="3600"/>
              <a:t>big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Centered text box with a hyperlink</a:t>
            </a:r>
          </a:p>
          <a:p>
            <a:r>
              <a:rPr>
                <a:hlinkClick r:id="rId2"/>
              </a:rPr>
              <a:t>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