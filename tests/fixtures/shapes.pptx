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1645920" cy="1463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31720" y="548640"/>
            <a:ext cx="1645920" cy="1463040"/>
          </a:xfrm>
          <a:prstGeom prst="roundRect">
            <a:avLst/>
          </a:prstGeom>
          <a:solidFill>
            <a:srgbClr val="F28C28"/>
          </a:solidFill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Rounded Rectan</a:t>
            </a:r>
          </a:p>
        </p:txBody>
      </p:sp>
      <p:sp>
        <p:nvSpPr>
          <p:cNvPr id="4" name="Oval 3"/>
          <p:cNvSpPr/>
          <p:nvPr/>
        </p:nvSpPr>
        <p:spPr>
          <a:xfrm>
            <a:off x="4297680" y="548640"/>
            <a:ext cx="1645920" cy="14630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263640" y="548640"/>
            <a:ext cx="1645920" cy="146304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Isosceles Tria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229600" y="548640"/>
            <a:ext cx="1645920" cy="1463040"/>
          </a:xfrm>
          <a:prstGeom prst="rightArrow">
            <a:avLst/>
          </a:prstGeom>
          <a:solidFill>
            <a:srgbClr val="F28C28"/>
          </a:solidFill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Right Arrow</a:t>
            </a:r>
          </a:p>
        </p:txBody>
      </p:sp>
      <p:sp>
        <p:nvSpPr>
          <p:cNvPr id="7" name="5-Point Star 6"/>
          <p:cNvSpPr/>
          <p:nvPr/>
        </p:nvSpPr>
        <p:spPr>
          <a:xfrm rot="1200000">
            <a:off x="10195560" y="548640"/>
            <a:ext cx="1645920" cy="146304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 5 Point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365760" y="3474720"/>
            <a:ext cx="1645920" cy="1463040"/>
          </a:xfrm>
          <a:prstGeom prst="wedge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Rectangular Ca</a:t>
            </a:r>
          </a:p>
        </p:txBody>
      </p:sp>
      <p:sp>
        <p:nvSpPr>
          <p:cNvPr id="9" name="Decision 8"/>
          <p:cNvSpPr/>
          <p:nvPr/>
        </p:nvSpPr>
        <p:spPr>
          <a:xfrm>
            <a:off x="2331720" y="3474720"/>
            <a:ext cx="1645920" cy="1463040"/>
          </a:xfrm>
          <a:prstGeom prst="flowChartDecision">
            <a:avLst/>
          </a:prstGeom>
          <a:solidFill>
            <a:srgbClr val="F28C28"/>
          </a:solidFill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Flowchart Deci</a:t>
            </a:r>
          </a:p>
        </p:txBody>
      </p:sp>
      <p:sp>
        <p:nvSpPr>
          <p:cNvPr id="10" name="Hexagon 9"/>
          <p:cNvSpPr/>
          <p:nvPr/>
        </p:nvSpPr>
        <p:spPr>
          <a:xfrm>
            <a:off x="4297680" y="3474720"/>
            <a:ext cx="1645920" cy="1463040"/>
          </a:xfrm>
          <a:prstGeom prst="hexag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Hexagon</a:t>
            </a:r>
          </a:p>
        </p:txBody>
      </p:sp>
      <p:sp>
        <p:nvSpPr>
          <p:cNvPr id="11" name="Chevron 10"/>
          <p:cNvSpPr/>
          <p:nvPr/>
        </p:nvSpPr>
        <p:spPr>
          <a:xfrm>
            <a:off x="6263640" y="3474720"/>
            <a:ext cx="1645920" cy="14630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Chevron</a:t>
            </a:r>
          </a:p>
        </p:txBody>
      </p:sp>
      <p:sp>
        <p:nvSpPr>
          <p:cNvPr id="12" name="Heart 11"/>
          <p:cNvSpPr/>
          <p:nvPr/>
        </p:nvSpPr>
        <p:spPr>
          <a:xfrm>
            <a:off x="8229600" y="3474720"/>
            <a:ext cx="1645920" cy="1463040"/>
          </a:xfrm>
          <a:prstGeom prst="heart">
            <a:avLst/>
          </a:prstGeom>
          <a:solidFill>
            <a:srgbClr val="F28C28"/>
          </a:solidFill>
          <a:ln w="381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Heart</a:t>
            </a:r>
          </a:p>
        </p:txBody>
      </p:sp>
      <p:sp>
        <p:nvSpPr>
          <p:cNvPr id="13" name="Can 12"/>
          <p:cNvSpPr/>
          <p:nvPr/>
        </p:nvSpPr>
        <p:spPr>
          <a:xfrm>
            <a:off x="10195560" y="3474720"/>
            <a:ext cx="1645920" cy="146304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Can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" y="6035040"/>
            <a:ext cx="10972800" cy="36576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