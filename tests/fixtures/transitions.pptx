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E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FFFFFF"/>
                </a:solidFill>
              </a:rPr>
              <a:t>Slide 1: fade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5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FFFFFF"/>
                </a:solidFill>
              </a:rPr>
              <a:t>Slide 2: push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9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FFFFFF"/>
                </a:solidFill>
              </a:rPr>
              <a:t>Slide 3: wipe</a:t>
            </a:r>
          </a:p>
        </p:txBody>
      </p:sp>
    </p:spTree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040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FFFFFF"/>
                </a:solidFill>
              </a:rPr>
              <a:t>Slide 4: split</a:t>
            </a:r>
          </a:p>
        </p:txBody>
      </p:sp>
    </p:spTree>
  </p:cSld>
  <p:clrMapOvr>
    <a:masterClrMapping/>
  </p:clrMapOvr>
  <p:transition>
    <p:split orient="vert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2E5E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FFFFFF"/>
                </a:solidFill>
              </a:rPr>
              <a:t>Slide 5: cover</a:t>
            </a:r>
          </a:p>
        </p:txBody>
      </p:sp>
    </p:spTree>
  </p:cSld>
  <p:clrMapOvr>
    <a:masterClrMapping/>
  </p:clrMapOvr>
  <p:transition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5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FFFFFF"/>
                </a:solidFill>
              </a:rPr>
              <a:t>Slide 6: pull</a:t>
            </a:r>
          </a:p>
        </p:txBody>
      </p:sp>
    </p:spTree>
  </p:cSld>
  <p:clrMapOvr>
    <a:masterClrMapping/>
  </p:clrMapOvr>
  <p:transition advClick="0" advTm="1500">
    <p:pull dir="d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9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FFFFFF"/>
                </a:solidFill>
              </a:rPr>
              <a:t>Slide 7: randomBar</a:t>
            </a:r>
          </a:p>
        </p:txBody>
      </p:sp>
    </p:spTree>
  </p:cSld>
  <p:clrMapOvr>
    <a:masterClrMapping/>
  </p:clrMapOvr>
  <p:transition>
    <p:randomBar dir="ver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040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FFFFFF"/>
                </a:solidFill>
              </a:rPr>
              <a:t>Slide 8: circle</a:t>
            </a:r>
          </a:p>
        </p:txBody>
      </p:sp>
    </p:spTree>
  </p:cSld>
  <p:clrMapOvr>
    <a:masterClrMapping/>
  </p:clrMapOvr>
  <p:transition>
    <p:circl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E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FFFFFF"/>
                </a:solidFill>
              </a:rPr>
              <a:t>Slide 9: dissolve</a:t>
            </a:r>
          </a:p>
        </p:txBody>
      </p:sp>
    </p:spTree>
  </p:cSld>
  <p:clrMapOvr>
    <a:masterClrMapping/>
  </p:clrMapOvr>
  <p:transition>
    <p:dissolv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